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ACTIVITY 04 ·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ptos"/>
              </a:rPr>
              <a:t>Mediated Conversation at Mosaic Creative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ptos"/>
              </a:rPr>
              <a:t>Real-workplace simulation · fictional organisation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ptos"/>
              </a:rPr>
              <a:t>LEARNER EVIDENCE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ptos"/>
              </a:rPr>
              <a:t>Role cards · mediation record · observer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ptos"/>
              </a:rPr>
              <a:t>Editable worked example · adapt the logic, verify the evidence, apply your approved brand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04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The Business Situation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6916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At Mosaic Creative, designer Alex says reviewer Taylor undermines ideas in client-preparation meetings by interrupting with risks. Taylor says Alex dismisses feedback and presents concepts too late for proper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76472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76472"/>
            <a:ext cx="73152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959352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Decision pressure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343400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Their manager Jordan will mediate. The shared goal is to improve client work without silencing critique. The issue is appropriate for mediation: there is no current allegation of harassment, discrimination or threat, and both parties agree to participate.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ptos"/>
              </a:rPr>
              <a:t>ACTIVITY 04 ·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CLEAR Mediation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Cool and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Confirm readiness, safety, scope and confidentiality boundary.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4017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4017" y="1920240"/>
            <a:ext cx="73152" cy="3566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85185" y="213969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5185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8689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Listen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8689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Give equal uninterrupted time; paraphrase and clarify.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2235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2235" y="1920240"/>
            <a:ext cx="73152" cy="3566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83403" y="213969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3403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6907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Explore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6907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Surface impact, needs, common goals and root causes.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80452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80452" y="192024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81620" y="2139696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1620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5124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Agree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5124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Generate options and reality-test fairness and feasibility.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7867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7867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7983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983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334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Record and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334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Document commitments and schedule follow-up.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ptos"/>
              </a:rPr>
              <a:t>ACTIVITY 04 · EVIDENCE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Worked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Equal voice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Comparable time, questions and opportunity to respond.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17136" y="20025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Specificity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Behaviour, context and impact replace character labels.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6" y="1783080"/>
            <a:ext cx="73152" cy="17190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01584" y="200253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Voluntary options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Parties generate and test choices within policy limits.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776472"/>
            <a:ext cx="73152" cy="17190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Durable follow-up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Commitments are observable, owned and reviewed.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ACTIVITY 04 ·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Quality Check: Don't vs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ptos"/>
              </a:rPr>
              <a:t>DON'T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ptos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Taylor shoots down everything I say.
• Alex cannot take feedback.
• This always happens.
• I want an apology before we continue.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You need space to finish ideas before critique begins.
• You need feedback to be considered without defensiveness.
• Let's identify the specific recent pattern and impact.
• What acknowledgement and future behaviour would support repair?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04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What Good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10652760" cy="100584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A recorded mediation role play, observer checklist and written resolution agreement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Suitability and formal-process boundaries were checked before mediation.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7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7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1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1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Both parties received equal uninterrupted time and comparable listening checks.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Reframes convert labels into behaviour, impact, needs and requests.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7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7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1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1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agreement contains observable actions, owners, timing, support and review.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038344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038344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" y="5257800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" y="5266944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81912" y="5221224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1912" y="5605272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Observer feedback is evidence-based and the difficult moment was replayed.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ptos"/>
              </a:rPr>
              <a:t>Worked example only — your final artefact must reflect the case evidence and fair-process boundaries.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