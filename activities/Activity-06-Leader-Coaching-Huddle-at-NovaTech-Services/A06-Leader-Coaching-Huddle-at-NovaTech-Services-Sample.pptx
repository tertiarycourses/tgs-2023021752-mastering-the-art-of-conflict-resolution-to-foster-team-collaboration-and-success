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06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Leader Coaching Huddle at NovaTech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Real-workplace simulation · fictional organisation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LEARNER EVIDENCE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COACH planner · role cards · repair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06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At NovaTech Services, project lead Jordan feels that analyst Alex dismisses project decisions in meetings. Alex says Jordan closes discussion too quickly and uses seniority to override technical concerns.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Department manager Taylor will coach Jordan first, not decide the dispute. Jordan must prepare a direct conversation that protects Alex's voice, clarifies decision rights and sets a follow-up checkpoint.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06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COACH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What happened, what matters and what is within your control?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What constructive change do you want?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Alternatives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What approaches, words and timing could work?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Conversation rehearsal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Practise and receive feedback.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Hold follow-up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Commit, support, review and escalate if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06 · EVIDENCE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Skill gap, preparation, perspective and manageable interpersonal issue.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Facilitate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Parties want dialogue but need process support.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Safety, harassment, discrimination, retaliation or authority limit.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Follow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Behavioural commitment, work impact and recurrence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06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I'll tell them to stop.
• You're right; they are the problem.
• Use this exact script.
• Come back only if it fails.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What outcome do you want and what evidence will you use?
• What might the other person see differently?
• Which opening sounds authentic and respectful to you?
• What support and review point will help you follow through?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completed COACH worksheet, rehearsal record and follow-up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leader uses specific examples and avoids motive or character judgments.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employee's perspective, emotions, needs and constraints are heard and checked.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Coaching is not used to bypass a required grievance or formal process.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Commitments are observable and include leader support, evidence and a review date.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plan includes a change in team system or leader behaviour, not only individual correction.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the case evidence and fair-process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