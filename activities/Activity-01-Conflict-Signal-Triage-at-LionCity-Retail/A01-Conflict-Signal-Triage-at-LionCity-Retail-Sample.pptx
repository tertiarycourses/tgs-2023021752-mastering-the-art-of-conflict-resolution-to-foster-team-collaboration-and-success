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ACTIVITY 01 · 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ptos"/>
              </a:rPr>
              <a:t>Conflict Signal Triage at LionCity Retail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B6372"/>
                </a:solidFill>
                <a:latin typeface="Aptos"/>
              </a:rPr>
              <a:t>Real-workplace simulation · fictional organisation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105613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06908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ptos"/>
              </a:rPr>
              <a:t>LEARNER EVIDENCE PACK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3484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ptos"/>
              </a:rPr>
              <a:t>Signal log · stage map · triage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89320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ptos"/>
              </a:rPr>
              <a:t>Editable worked example · adapt the logic, verify the evidence, apply your approved brand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ptos"/>
              </a:rPr>
              <a:t>ACTIVITY 01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The Business Situation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6916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LionCity Retail's Orchard service team is preparing for a major promotion. Over three weeks, two experienced staff have repeatedly swapped shifts, huddles have become quiet, and four customer handoffs were returned for missing information.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76472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76472"/>
            <a:ext cx="73152" cy="16916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959352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Decision pressure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4343400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Aisha privately tells supervisor Marcus that weekend duties are being allocated unfairly. Ben says Aisha is refusing to cooperate. Marcus has only fragments of chat messages and no agreed roster-change record. The promotion starts in five days.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ptos"/>
              </a:rPr>
              <a:t>ACTIVITY 01 ·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Signal-to-Response Triage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Observe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Record specific changes without labels or blame.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4017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4017" y="1920240"/>
            <a:ext cx="73152" cy="3566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85185" y="213969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5185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8689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8689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Test effects on people, work, customers and risk.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2235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2235" y="1920240"/>
            <a:ext cx="73152" cy="3566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83403" y="213969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83403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6907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ptos"/>
              </a:rPr>
              <a:t>Seek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86907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Gather more than one perspective and relevant records.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80452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80452" y="1920240"/>
            <a:ext cx="73152" cy="3566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81620" y="2139696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81620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5124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Screen safety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5124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Stop informal handling when policy or urgent protection is required.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7867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7867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7983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983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334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Choose next step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334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Name the owner, timing and evidence needed.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ptos"/>
              </a:rPr>
              <a:t>ACTIVITY 01 · EVIDENCE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Worked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71907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Low impact · low urgency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Monitor, clarify and set a check-in.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783080"/>
            <a:ext cx="73152" cy="17190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17136" y="20025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High impact · low urgency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Plan a structured conversation and evidence review.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0416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0416" y="1783080"/>
            <a:ext cx="73152" cy="171907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01584" y="200253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1584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ptos"/>
              </a:rPr>
              <a:t>Low impact · high urgency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Stabilise the immediate work issue, then review.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776472"/>
            <a:ext cx="73152" cy="171907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High impact · high urgency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Protect people, preserve evidence and escalate under policy.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ACTIVITY 01 ·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Quality Check: Don't vs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166360" cy="42519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166360" cy="42519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116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ptos"/>
              </a:rPr>
              <a:t>DON'T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0116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ptos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587752"/>
            <a:ext cx="45262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ptos"/>
              </a:rPr>
              <a:t>• Aisha is disengaged.
• Ben is sabotaging the rota.
• The team is toxic.
• Everyone hates the new process.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587752"/>
            <a:ext cx="45262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ptos"/>
              </a:rPr>
              <a:t>• Aisha spoke once in three meetings and cancelled two check-ins.
• Two rota changes were made without the agreed approval note.
• Four handoffs were returned and two staff requested transfers.
• Five of eight staff raised the same unclear-priority concern.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ptos"/>
              </a:rPr>
              <a:t>ACTIVITY 01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What Good Looks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10512"/>
            <a:ext cx="10652760" cy="100584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A completed signal log, conflict-stage map and first-response decision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8408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Observable facts, reported claims, interpretations and unknowns are visibly separated.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9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7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7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1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1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stage and impact ratings are supported by evidence from the 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8408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912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Safety, harassment, discrimination, retaliation and serious-misconduct risks were screened.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79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79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27647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7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1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1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first action names an owner and deadline and is proportionate to the current risk.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038344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038344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8408" y="5257800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" y="5266944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81912" y="5221224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81912" y="5605272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A specific formal-escalation trigger is recorded.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ptos"/>
              </a:rPr>
              <a:t>Worked example only — your final artefact must reflect the case evidence and fair-process boundaries.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