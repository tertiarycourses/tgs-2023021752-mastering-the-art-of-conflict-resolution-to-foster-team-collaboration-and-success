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03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Conflict Style Choice Clinic at BrightWorks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Real-workplace simulation · fictional organisation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LEARNER EVIDENCE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Style decision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BrightWorks Digital's product and sales teams disagree about releasing a feature before security testing is complete. Sales promises a launch date to a key client; Product says the unresolved issue may expose customer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CEO wants a decision today, but both teams must work together for the next six months. Learners assess five possible styles and explain a staged response rather than declaring one style universally best.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03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Choose a Style Deliberately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Is harm, policy breach or urgent action involved?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Importance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How important is the substantive outcome?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Relationship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How important is trust and future interdependence?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Power and 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Can both parties participate freely and fairly?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Is a temporary response needed before deeper resolution?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03 · EVIDENCE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Safety breach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Compete/decide now; investigate and learn later.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Shared product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Collaborate around evidence and common goals.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Temporary rota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Compromise with a review date.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Heated but non-urgent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Pause/avoid briefly, then re-engage.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03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Compete to stop an unsafe act.
• Avoid briefly to cool down and prepare.
• Accommodate a low-value preference.
• Compromise on a temporary schedule.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Compete to protect ego or silence dissent.
• Avoid a recurring fairness problem.
• Accommodate until resentment grows.
• Compromise on ethics or safety standards.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conflict-style decision matrix with a staged response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style recommendation is tied to safety, stakes, relationship, power and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Non-negotiable standards are not treated as bargaining chips.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response distinguishes an urgent decision from longer-term conflict resolution.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 voice safeguard and review point are included.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Risks of overusing the selected style are acknowledged.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the case evidence and fair-process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