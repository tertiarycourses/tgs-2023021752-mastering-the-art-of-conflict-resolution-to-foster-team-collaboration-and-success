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08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30-Day Resolution Review at GreenGrid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Review dashboard · prevention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08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GreenGrid Engineering mediated a conflict between design lead Noor and site lead Ethan after repeated late drawing changes caused rework. They agreed on respectful language, a 3:00pm change cut-off and a weekly coordination meeting.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Thirty days later, meeting tone has improved and both report less stress, but three changes still arrived after the cut-off. Two were safety-related; one resulted from unclear approval authority. Learners evaluate effectiveness and design recurrence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08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Review-and-Prevent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Revisit 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Check each commitment, owner, date and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Collect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work data, confidential check-ins and recurrence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Separate implementation, relationship and system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Correct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Address gaps, escalate breaches and adjust controls.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Learn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Record lessons, standardise improvements and schedule the next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08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Rework, delay, service quality and handoff reliability.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Participation, stress signals, trust and psychological safety.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Agreement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Completion of actions and adherence to behavioural commitments.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Repeat triggers, complaints, workarounds and policy breaches.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08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Ask whether everyone is okay.
• Assume silence means success.
• Review only the two individuals.
• Close the file after an apology.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Check named behaviours and work outcomes against baseline.
• Use multiple indicators and safe private feedback.
• Review workload, handoffs, norms and manager action.
• Assign controls, owners, dates and escalation triggers.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30-day effectiveness scorecard, learning review and recurrence-prevention action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Indicators cover behaviour, process, work results, people experience and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Baselines, targets, sources, owners and frequency are recorded.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review tests hidden retaliation, avoidance and other unintended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effectiveness judgment follows the evidence and can be partial rather than binary.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Prevention actions address system conditions and include owners, dates and escalation triggers.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